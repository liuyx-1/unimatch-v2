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latin typeface="Times New Roman"/>
              </a:rPr>
              <a:t>Endoscapes-Seg50 · per-variant ablation (%)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1142999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67"/>
                <a:gridCol w="603343"/>
                <a:gridCol w="603343"/>
                <a:gridCol w="603343"/>
                <a:gridCol w="603343"/>
                <a:gridCol w="603343"/>
                <a:gridCol w="603343"/>
                <a:gridCol w="603343"/>
                <a:gridCol w="603343"/>
                <a:gridCol w="603343"/>
                <a:gridCol w="804457"/>
                <a:gridCol w="804457"/>
                <a:gridCol w="804457"/>
                <a:gridCol w="804457"/>
                <a:gridCol w="804457"/>
                <a:gridCol w="804457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mIoU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mDice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mAP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fwIoU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mIoU_h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mIoU_b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mIoU_t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gap_HT↓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cystic_plate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calot_triangle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cystic_artery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cystic_duct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gallbladder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47.32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60.02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94.93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87.58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16.75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14.18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32.26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78.03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88.86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+text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49.16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58.43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60.65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94.76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91.09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87.57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18.66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25.22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62.36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4.50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25.22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17.47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34.02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77.73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89.19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+bias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46.31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94.32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86.18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19.49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74.08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20.21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33.56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76.66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+boundary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47.66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56.82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60.82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95.28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91.60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88.87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17.72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17.88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71.00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5.53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17.88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14.26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33.36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80.18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90.42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Times New Roman"/>
                        </a:rPr>
                        <a:t>+bnd+bias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47.50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57.23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60.73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90.78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87.29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21.14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74.81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12.48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8860B"/>
                          </a:solidFill>
                          <a:latin typeface="Times New Roman"/>
                        </a:rPr>
                        <a:t>26.51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32.64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77.68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Times New Roman"/>
                        </a:rPr>
                        <a:t>88.78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3891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555555"/>
                </a:solidFill>
                <a:latin typeface="Times New Roman"/>
              </a:rPr>
              <a:t>mIoU is recomputed from the 6 foreground IoUs and an estimated 95.7% background IoU; all other numbers are read from test_metrics.csv. gap_HT is lower-is-better. Bold gold = best per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